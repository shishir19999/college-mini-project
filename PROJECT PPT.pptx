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60" r:id="rId2"/>
    <p:sldId id="261" r:id="rId3"/>
    <p:sldId id="269" r:id="rId4"/>
    <p:sldId id="270" r:id="rId5"/>
    <p:sldId id="271" r:id="rId6"/>
    <p:sldId id="258" r:id="rId7"/>
    <p:sldId id="274" r:id="rId8"/>
    <p:sldId id="273" r:id="rId9"/>
    <p:sldId id="262" r:id="rId10"/>
    <p:sldId id="263" r:id="rId11"/>
    <p:sldId id="264" r:id="rId12"/>
    <p:sldId id="27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shyantbais007@gmail.com" initials="d" lastIdx="1" clrIdx="0">
    <p:extLst>
      <p:ext uri="{19B8F6BF-5375-455C-9EA6-DF929625EA0E}">
        <p15:presenceInfo xmlns:p15="http://schemas.microsoft.com/office/powerpoint/2012/main" userId="63e7ac47e37912d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878" autoAdjust="0"/>
    <p:restoredTop sz="94660"/>
  </p:normalViewPr>
  <p:slideViewPr>
    <p:cSldViewPr snapToGrid="0">
      <p:cViewPr varScale="1">
        <p:scale>
          <a:sx n="103" d="100"/>
          <a:sy n="103" d="100"/>
        </p:scale>
        <p:origin x="114"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C3CC8C-B444-40AB-8127-0B4B8265F3D2}" type="datetimeFigureOut">
              <a:rPr lang="en-IN" smtClean="0"/>
              <a:t>03-03-2022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2B2185-6A18-4BBE-92FA-5745FDF2F659}" type="slidenum">
              <a:rPr lang="en-IN" smtClean="0"/>
              <a:t>‹#›</a:t>
            </a:fld>
            <a:endParaRPr lang="en-IN"/>
          </a:p>
        </p:txBody>
      </p:sp>
    </p:spTree>
    <p:extLst>
      <p:ext uri="{BB962C8B-B14F-4D97-AF65-F5344CB8AC3E}">
        <p14:creationId xmlns:p14="http://schemas.microsoft.com/office/powerpoint/2010/main" val="1712597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3CC8C-B444-40AB-8127-0B4B8265F3D2}" type="datetimeFigureOut">
              <a:rPr lang="en-IN" smtClean="0"/>
              <a:t>03-03-2022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2B2185-6A18-4BBE-92FA-5745FDF2F659}" type="slidenum">
              <a:rPr lang="en-IN" smtClean="0"/>
              <a:t>‹#›</a:t>
            </a:fld>
            <a:endParaRPr lang="en-IN"/>
          </a:p>
        </p:txBody>
      </p:sp>
    </p:spTree>
    <p:extLst>
      <p:ext uri="{BB962C8B-B14F-4D97-AF65-F5344CB8AC3E}">
        <p14:creationId xmlns:p14="http://schemas.microsoft.com/office/powerpoint/2010/main" val="3688009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C3CC8C-B444-40AB-8127-0B4B8265F3D2}" type="datetimeFigureOut">
              <a:rPr lang="en-IN" smtClean="0"/>
              <a:t>03-03-2022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2B2185-6A18-4BBE-92FA-5745FDF2F659}" type="slidenum">
              <a:rPr lang="en-IN" smtClean="0"/>
              <a:t>‹#›</a:t>
            </a:fld>
            <a:endParaRPr lang="en-IN"/>
          </a:p>
        </p:txBody>
      </p:sp>
    </p:spTree>
    <p:extLst>
      <p:ext uri="{BB962C8B-B14F-4D97-AF65-F5344CB8AC3E}">
        <p14:creationId xmlns:p14="http://schemas.microsoft.com/office/powerpoint/2010/main" val="1305086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C3CC8C-B444-40AB-8127-0B4B8265F3D2}" type="datetimeFigureOut">
              <a:rPr lang="en-IN" smtClean="0"/>
              <a:t>03-03-2022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2B2185-6A18-4BBE-92FA-5745FDF2F659}" type="slidenum">
              <a:rPr lang="en-IN" smtClean="0"/>
              <a:t>‹#›</a:t>
            </a:fld>
            <a:endParaRPr lang="en-IN"/>
          </a:p>
        </p:txBody>
      </p:sp>
    </p:spTree>
    <p:extLst>
      <p:ext uri="{BB962C8B-B14F-4D97-AF65-F5344CB8AC3E}">
        <p14:creationId xmlns:p14="http://schemas.microsoft.com/office/powerpoint/2010/main" val="940474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C3CC8C-B444-40AB-8127-0B4B8265F3D2}" type="datetimeFigureOut">
              <a:rPr lang="en-IN" smtClean="0"/>
              <a:t>03-03-2022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62B2185-6A18-4BBE-92FA-5745FDF2F659}" type="slidenum">
              <a:rPr lang="en-IN" smtClean="0"/>
              <a:t>‹#›</a:t>
            </a:fld>
            <a:endParaRPr lang="en-IN"/>
          </a:p>
        </p:txBody>
      </p:sp>
    </p:spTree>
    <p:extLst>
      <p:ext uri="{BB962C8B-B14F-4D97-AF65-F5344CB8AC3E}">
        <p14:creationId xmlns:p14="http://schemas.microsoft.com/office/powerpoint/2010/main" val="3161415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C3CC8C-B444-40AB-8127-0B4B8265F3D2}" type="datetimeFigureOut">
              <a:rPr lang="en-IN" smtClean="0"/>
              <a:t>03-03-2022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62B2185-6A18-4BBE-92FA-5745FDF2F659}" type="slidenum">
              <a:rPr lang="en-IN" smtClean="0"/>
              <a:t>‹#›</a:t>
            </a:fld>
            <a:endParaRPr lang="en-IN"/>
          </a:p>
        </p:txBody>
      </p:sp>
    </p:spTree>
    <p:extLst>
      <p:ext uri="{BB962C8B-B14F-4D97-AF65-F5344CB8AC3E}">
        <p14:creationId xmlns:p14="http://schemas.microsoft.com/office/powerpoint/2010/main" val="822652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C3CC8C-B444-40AB-8127-0B4B8265F3D2}" type="datetimeFigureOut">
              <a:rPr lang="en-IN" smtClean="0"/>
              <a:t>03-03-2022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62B2185-6A18-4BBE-92FA-5745FDF2F659}" type="slidenum">
              <a:rPr lang="en-IN" smtClean="0"/>
              <a:t>‹#›</a:t>
            </a:fld>
            <a:endParaRPr lang="en-IN"/>
          </a:p>
        </p:txBody>
      </p:sp>
    </p:spTree>
    <p:extLst>
      <p:ext uri="{BB962C8B-B14F-4D97-AF65-F5344CB8AC3E}">
        <p14:creationId xmlns:p14="http://schemas.microsoft.com/office/powerpoint/2010/main" val="1201808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3CC8C-B444-40AB-8127-0B4B8265F3D2}" type="datetimeFigureOut">
              <a:rPr lang="en-IN" smtClean="0"/>
              <a:t>03-03-2022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2B2185-6A18-4BBE-92FA-5745FDF2F659}" type="slidenum">
              <a:rPr lang="en-IN" smtClean="0"/>
              <a:t>‹#›</a:t>
            </a:fld>
            <a:endParaRPr lang="en-IN"/>
          </a:p>
        </p:txBody>
      </p:sp>
    </p:spTree>
    <p:extLst>
      <p:ext uri="{BB962C8B-B14F-4D97-AF65-F5344CB8AC3E}">
        <p14:creationId xmlns:p14="http://schemas.microsoft.com/office/powerpoint/2010/main" val="2983743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2B2185-6A18-4BBE-92FA-5745FDF2F659}" type="slidenum">
              <a:rPr lang="en-IN" smtClean="0"/>
              <a:t>‹#›</a:t>
            </a:fld>
            <a:endParaRPr lang="en-IN"/>
          </a:p>
        </p:txBody>
      </p:sp>
      <p:sp>
        <p:nvSpPr>
          <p:cNvPr id="5" name="Date Placeholder 4"/>
          <p:cNvSpPr>
            <a:spLocks noGrp="1"/>
          </p:cNvSpPr>
          <p:nvPr>
            <p:ph type="dt" sz="half" idx="10"/>
          </p:nvPr>
        </p:nvSpPr>
        <p:spPr/>
        <p:txBody>
          <a:bodyPr/>
          <a:lstStyle/>
          <a:p>
            <a:fld id="{E6C3CC8C-B444-40AB-8127-0B4B8265F3D2}" type="datetimeFigureOut">
              <a:rPr lang="en-IN" smtClean="0"/>
              <a:t>03-03-2022</a:t>
            </a:fld>
            <a:endParaRPr lang="en-IN"/>
          </a:p>
        </p:txBody>
      </p:sp>
    </p:spTree>
    <p:extLst>
      <p:ext uri="{BB962C8B-B14F-4D97-AF65-F5344CB8AC3E}">
        <p14:creationId xmlns:p14="http://schemas.microsoft.com/office/powerpoint/2010/main" val="1942980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C3CC8C-B444-40AB-8127-0B4B8265F3D2}" type="datetimeFigureOut">
              <a:rPr lang="en-IN" smtClean="0"/>
              <a:t>03-03-2022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2B2185-6A18-4BBE-92FA-5745FDF2F659}" type="slidenum">
              <a:rPr lang="en-IN" smtClean="0"/>
              <a:t>‹#›</a:t>
            </a:fld>
            <a:endParaRPr lang="en-IN"/>
          </a:p>
        </p:txBody>
      </p:sp>
    </p:spTree>
    <p:extLst>
      <p:ext uri="{BB962C8B-B14F-4D97-AF65-F5344CB8AC3E}">
        <p14:creationId xmlns:p14="http://schemas.microsoft.com/office/powerpoint/2010/main" val="398119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C3CC8C-B444-40AB-8127-0B4B8265F3D2}" type="datetimeFigureOut">
              <a:rPr lang="en-IN" smtClean="0"/>
              <a:t>03-03-2022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2B2185-6A18-4BBE-92FA-5745FDF2F65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77838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C3CC8C-B444-40AB-8127-0B4B8265F3D2}" type="datetimeFigureOut">
              <a:rPr lang="en-IN" smtClean="0"/>
              <a:t>03-03-2022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2B2185-6A18-4BBE-92FA-5745FDF2F659}" type="slidenum">
              <a:rPr lang="en-IN" smtClean="0"/>
              <a:t>‹#›</a:t>
            </a:fld>
            <a:endParaRPr lang="en-IN"/>
          </a:p>
        </p:txBody>
      </p:sp>
    </p:spTree>
    <p:extLst>
      <p:ext uri="{BB962C8B-B14F-4D97-AF65-F5344CB8AC3E}">
        <p14:creationId xmlns:p14="http://schemas.microsoft.com/office/powerpoint/2010/main" val="29466044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C3CC8C-B444-40AB-8127-0B4B8265F3D2}" type="datetimeFigureOut">
              <a:rPr lang="en-IN" smtClean="0"/>
              <a:t>03-03-2022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2B2185-6A18-4BBE-92FA-5745FDF2F65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792338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C3CC8C-B444-40AB-8127-0B4B8265F3D2}" type="datetimeFigureOut">
              <a:rPr lang="en-IN" smtClean="0"/>
              <a:t>03-03-2022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2B2185-6A18-4BBE-92FA-5745FDF2F659}" type="slidenum">
              <a:rPr lang="en-IN" smtClean="0"/>
              <a:t>‹#›</a:t>
            </a:fld>
            <a:endParaRPr lang="en-IN"/>
          </a:p>
        </p:txBody>
      </p:sp>
    </p:spTree>
    <p:extLst>
      <p:ext uri="{BB962C8B-B14F-4D97-AF65-F5344CB8AC3E}">
        <p14:creationId xmlns:p14="http://schemas.microsoft.com/office/powerpoint/2010/main" val="41141785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3CC8C-B444-40AB-8127-0B4B8265F3D2}" type="datetimeFigureOut">
              <a:rPr lang="en-IN" smtClean="0"/>
              <a:t>03-03-2022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2B2185-6A18-4BBE-92FA-5745FDF2F659}" type="slidenum">
              <a:rPr lang="en-IN" smtClean="0"/>
              <a:t>‹#›</a:t>
            </a:fld>
            <a:endParaRPr lang="en-IN"/>
          </a:p>
        </p:txBody>
      </p:sp>
    </p:spTree>
    <p:extLst>
      <p:ext uri="{BB962C8B-B14F-4D97-AF65-F5344CB8AC3E}">
        <p14:creationId xmlns:p14="http://schemas.microsoft.com/office/powerpoint/2010/main" val="3761428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3CC8C-B444-40AB-8127-0B4B8265F3D2}" type="datetimeFigureOut">
              <a:rPr lang="en-IN" smtClean="0"/>
              <a:t>03-03-2022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2B2185-6A18-4BBE-92FA-5745FDF2F659}" type="slidenum">
              <a:rPr lang="en-IN" smtClean="0"/>
              <a:t>‹#›</a:t>
            </a:fld>
            <a:endParaRPr lang="en-IN"/>
          </a:p>
        </p:txBody>
      </p:sp>
    </p:spTree>
    <p:extLst>
      <p:ext uri="{BB962C8B-B14F-4D97-AF65-F5344CB8AC3E}">
        <p14:creationId xmlns:p14="http://schemas.microsoft.com/office/powerpoint/2010/main" val="4163109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6C3CC8C-B444-40AB-8127-0B4B8265F3D2}" type="datetimeFigureOut">
              <a:rPr lang="en-IN" smtClean="0"/>
              <a:t>03-03-2022</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62B2185-6A18-4BBE-92FA-5745FDF2F659}" type="slidenum">
              <a:rPr lang="en-IN" smtClean="0"/>
              <a:t>‹#›</a:t>
            </a:fld>
            <a:endParaRPr lang="en-IN"/>
          </a:p>
        </p:txBody>
      </p:sp>
    </p:spTree>
    <p:extLst>
      <p:ext uri="{BB962C8B-B14F-4D97-AF65-F5344CB8AC3E}">
        <p14:creationId xmlns:p14="http://schemas.microsoft.com/office/powerpoint/2010/main" val="3546559885"/>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0A16DDA-D1CF-4496-9725-72EED0D76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531866" y="65314"/>
            <a:ext cx="4706776" cy="3530082"/>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7B654468-ECFE-47B5-82A8-716E70567DB4}"/>
              </a:ext>
            </a:extLst>
          </p:cNvPr>
          <p:cNvSpPr>
            <a:spLocks noGrp="1"/>
          </p:cNvSpPr>
          <p:nvPr>
            <p:ph type="title"/>
          </p:nvPr>
        </p:nvSpPr>
        <p:spPr>
          <a:xfrm>
            <a:off x="789301" y="3670041"/>
            <a:ext cx="9180322" cy="2926702"/>
          </a:xfrm>
        </p:spPr>
        <p:txBody>
          <a:bodyPr>
            <a:normAutofit/>
          </a:bodyPr>
          <a:lstStyle/>
          <a:p>
            <a:r>
              <a:rPr lang="en-US" b="1" u="sng" dirty="0"/>
              <a:t>MEMBERS</a:t>
            </a:r>
            <a:r>
              <a:rPr lang="en-US" dirty="0"/>
              <a:t> :-    					  </a:t>
            </a:r>
            <a:r>
              <a:rPr lang="en-US" b="1" u="sng" dirty="0"/>
              <a:t>GUIDED BY </a:t>
            </a:r>
            <a:r>
              <a:rPr lang="en-US" dirty="0"/>
              <a:t>:-</a:t>
            </a:r>
            <a:r>
              <a:rPr lang="en-US" b="1" u="sng" dirty="0"/>
              <a:t>                    </a:t>
            </a:r>
            <a:br>
              <a:rPr lang="en-US" dirty="0"/>
            </a:br>
            <a:br>
              <a:rPr lang="en-US" dirty="0"/>
            </a:br>
            <a:r>
              <a:rPr lang="en-US" sz="2800" dirty="0"/>
              <a:t>Sagar Jha			                         Aakash Tiwari</a:t>
            </a:r>
            <a:br>
              <a:rPr lang="en-US" sz="2800" dirty="0"/>
            </a:br>
            <a:r>
              <a:rPr lang="en-US" sz="2800" dirty="0"/>
              <a:t>Shishir Sharma Upadhyay</a:t>
            </a:r>
            <a:br>
              <a:rPr lang="en-US" sz="2800" dirty="0"/>
            </a:br>
            <a:r>
              <a:rPr lang="en-US" sz="2800" dirty="0"/>
              <a:t>Soumya Joshi</a:t>
            </a:r>
            <a:endParaRPr lang="en-IN" sz="2800" dirty="0"/>
          </a:p>
        </p:txBody>
      </p:sp>
    </p:spTree>
    <p:extLst>
      <p:ext uri="{BB962C8B-B14F-4D97-AF65-F5344CB8AC3E}">
        <p14:creationId xmlns:p14="http://schemas.microsoft.com/office/powerpoint/2010/main" val="1758893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3309-A1C2-4CEE-9B71-9B8A6D670CDC}"/>
              </a:ext>
            </a:extLst>
          </p:cNvPr>
          <p:cNvSpPr>
            <a:spLocks noGrp="1"/>
          </p:cNvSpPr>
          <p:nvPr>
            <p:ph type="title"/>
          </p:nvPr>
        </p:nvSpPr>
        <p:spPr>
          <a:xfrm>
            <a:off x="677335" y="609600"/>
            <a:ext cx="8596668" cy="1172547"/>
          </a:xfrm>
        </p:spPr>
        <p:txBody>
          <a:bodyPr>
            <a:noAutofit/>
          </a:bodyPr>
          <a:lstStyle/>
          <a:p>
            <a:br>
              <a:rPr lang="en-US" sz="8800" dirty="0"/>
            </a:br>
            <a:r>
              <a:rPr lang="en-US" sz="8800" dirty="0"/>
              <a:t>WEBSITE DEVELOPMENT</a:t>
            </a:r>
            <a:endParaRPr lang="en-IN" sz="8800" dirty="0"/>
          </a:p>
        </p:txBody>
      </p:sp>
      <p:sp>
        <p:nvSpPr>
          <p:cNvPr id="3" name="Text Placeholder 2">
            <a:extLst>
              <a:ext uri="{FF2B5EF4-FFF2-40B4-BE49-F238E27FC236}">
                <a16:creationId xmlns:a16="http://schemas.microsoft.com/office/drawing/2014/main" id="{D55362E0-8F66-468F-851E-3371F92373A3}"/>
              </a:ext>
            </a:extLst>
          </p:cNvPr>
          <p:cNvSpPr>
            <a:spLocks noGrp="1"/>
          </p:cNvSpPr>
          <p:nvPr>
            <p:ph type="body" idx="1"/>
          </p:nvPr>
        </p:nvSpPr>
        <p:spPr>
          <a:xfrm>
            <a:off x="509384" y="3429000"/>
            <a:ext cx="8596668" cy="2738325"/>
          </a:xfrm>
        </p:spPr>
        <p:txBody>
          <a:bodyPr/>
          <a:lstStyle/>
          <a:p>
            <a:r>
              <a:rPr lang="en-US" sz="4800" b="1" u="sng" dirty="0"/>
              <a:t>TOPIC</a:t>
            </a:r>
            <a:r>
              <a:rPr lang="en-US" sz="4800" dirty="0"/>
              <a:t> :-</a:t>
            </a:r>
            <a:endParaRPr lang="en-US" sz="4800" b="1" u="sng" dirty="0"/>
          </a:p>
          <a:p>
            <a:r>
              <a:rPr lang="en-US" sz="8000" dirty="0"/>
              <a:t>Canteen Website</a:t>
            </a:r>
            <a:endParaRPr lang="en-IN" sz="8000" dirty="0"/>
          </a:p>
        </p:txBody>
      </p:sp>
    </p:spTree>
    <p:extLst>
      <p:ext uri="{BB962C8B-B14F-4D97-AF65-F5344CB8AC3E}">
        <p14:creationId xmlns:p14="http://schemas.microsoft.com/office/powerpoint/2010/main" val="3591220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66D6A-4DB9-4B75-A54A-2112728D1123}"/>
              </a:ext>
            </a:extLst>
          </p:cNvPr>
          <p:cNvSpPr>
            <a:spLocks noGrp="1"/>
          </p:cNvSpPr>
          <p:nvPr>
            <p:ph type="title"/>
          </p:nvPr>
        </p:nvSpPr>
        <p:spPr/>
        <p:txBody>
          <a:bodyPr>
            <a:normAutofit/>
          </a:bodyPr>
          <a:lstStyle/>
          <a:p>
            <a:r>
              <a:rPr lang="en-US" sz="4800" dirty="0"/>
              <a:t>  </a:t>
            </a:r>
            <a:r>
              <a:rPr lang="en-US" sz="4800" b="1" u="sng" dirty="0"/>
              <a:t>HTML</a:t>
            </a:r>
            <a:endParaRPr lang="en-IN" sz="4800" b="1" u="sng" dirty="0"/>
          </a:p>
        </p:txBody>
      </p:sp>
      <p:sp>
        <p:nvSpPr>
          <p:cNvPr id="3" name="Content Placeholder 2">
            <a:extLst>
              <a:ext uri="{FF2B5EF4-FFF2-40B4-BE49-F238E27FC236}">
                <a16:creationId xmlns:a16="http://schemas.microsoft.com/office/drawing/2014/main" id="{F56E6CB7-A9C7-4FEA-AD0C-4C7861DA0DC1}"/>
              </a:ext>
            </a:extLst>
          </p:cNvPr>
          <p:cNvSpPr>
            <a:spLocks noGrp="1"/>
          </p:cNvSpPr>
          <p:nvPr>
            <p:ph idx="1"/>
          </p:nvPr>
        </p:nvSpPr>
        <p:spPr/>
        <p:txBody>
          <a:bodyPr/>
          <a:lstStyle/>
          <a:p>
            <a:pPr algn="l">
              <a:buFont typeface="Wingdings" panose="05000000000000000000" pitchFamily="2" charset="2"/>
              <a:buChar char="Ø"/>
            </a:pPr>
            <a:r>
              <a:rPr lang="en-US" sz="2000" b="0" i="0" dirty="0">
                <a:solidFill>
                  <a:srgbClr val="000000"/>
                </a:solidFill>
                <a:effectLst/>
                <a:latin typeface="Verdana" panose="020B0604030504040204" pitchFamily="34" charset="0"/>
              </a:rPr>
              <a:t>HTML stands for Hyper Text Markup Language</a:t>
            </a:r>
          </a:p>
          <a:p>
            <a:pPr algn="l">
              <a:buFont typeface="Wingdings" panose="05000000000000000000" pitchFamily="2" charset="2"/>
              <a:buChar char="Ø"/>
            </a:pPr>
            <a:r>
              <a:rPr lang="en-US" sz="2000" dirty="0">
                <a:solidFill>
                  <a:srgbClr val="000000"/>
                </a:solidFill>
                <a:latin typeface="Verdana" panose="020B0604030504040204" pitchFamily="34" charset="0"/>
              </a:rPr>
              <a:t>It</a:t>
            </a:r>
            <a:r>
              <a:rPr lang="en-US" sz="2000" b="0" i="0" dirty="0">
                <a:solidFill>
                  <a:srgbClr val="000000"/>
                </a:solidFill>
                <a:effectLst/>
                <a:latin typeface="Verdana" panose="020B0604030504040204" pitchFamily="34" charset="0"/>
              </a:rPr>
              <a:t> is the standard markup language for creating Web pages</a:t>
            </a:r>
          </a:p>
          <a:p>
            <a:pPr algn="l">
              <a:buFont typeface="Wingdings" panose="05000000000000000000" pitchFamily="2" charset="2"/>
              <a:buChar char="Ø"/>
            </a:pPr>
            <a:r>
              <a:rPr lang="en-US" sz="2000" dirty="0">
                <a:solidFill>
                  <a:srgbClr val="000000"/>
                </a:solidFill>
                <a:latin typeface="Verdana" panose="020B0604030504040204" pitchFamily="34" charset="0"/>
              </a:rPr>
              <a:t>It</a:t>
            </a:r>
            <a:r>
              <a:rPr lang="en-US" sz="2000" b="0" i="0" dirty="0">
                <a:solidFill>
                  <a:srgbClr val="000000"/>
                </a:solidFill>
                <a:effectLst/>
                <a:latin typeface="Verdana" panose="020B0604030504040204" pitchFamily="34" charset="0"/>
              </a:rPr>
              <a:t> describes the structure of a Web page</a:t>
            </a:r>
          </a:p>
          <a:p>
            <a:pPr algn="l">
              <a:buFont typeface="Wingdings" panose="05000000000000000000" pitchFamily="2" charset="2"/>
              <a:buChar char="Ø"/>
            </a:pPr>
            <a:r>
              <a:rPr lang="en-US" sz="2000" dirty="0">
                <a:solidFill>
                  <a:srgbClr val="000000"/>
                </a:solidFill>
                <a:latin typeface="Verdana" panose="020B0604030504040204" pitchFamily="34" charset="0"/>
              </a:rPr>
              <a:t>It </a:t>
            </a:r>
            <a:r>
              <a:rPr lang="en-US" sz="2000" b="0" i="0" dirty="0">
                <a:solidFill>
                  <a:srgbClr val="000000"/>
                </a:solidFill>
                <a:effectLst/>
                <a:latin typeface="Verdana" panose="020B0604030504040204" pitchFamily="34" charset="0"/>
              </a:rPr>
              <a:t>consists of a series of elements</a:t>
            </a:r>
          </a:p>
          <a:p>
            <a:pPr algn="l">
              <a:buFont typeface="Wingdings" panose="05000000000000000000" pitchFamily="2" charset="2"/>
              <a:buChar char="Ø"/>
            </a:pPr>
            <a:r>
              <a:rPr lang="en-US" sz="2000" dirty="0">
                <a:solidFill>
                  <a:srgbClr val="000000"/>
                </a:solidFill>
                <a:latin typeface="Verdana" panose="020B0604030504040204" pitchFamily="34" charset="0"/>
              </a:rPr>
              <a:t>Its</a:t>
            </a:r>
            <a:r>
              <a:rPr lang="en-US" sz="2000" b="0" i="0" dirty="0">
                <a:solidFill>
                  <a:srgbClr val="000000"/>
                </a:solidFill>
                <a:effectLst/>
                <a:latin typeface="Verdana" panose="020B0604030504040204" pitchFamily="34" charset="0"/>
              </a:rPr>
              <a:t> elements tell the browser how to display the content</a:t>
            </a:r>
          </a:p>
          <a:p>
            <a:pPr algn="l">
              <a:buFont typeface="Wingdings" panose="05000000000000000000" pitchFamily="2" charset="2"/>
              <a:buChar char="Ø"/>
            </a:pPr>
            <a:r>
              <a:rPr lang="en-US" sz="2000" dirty="0">
                <a:solidFill>
                  <a:srgbClr val="000000"/>
                </a:solidFill>
                <a:latin typeface="Verdana" panose="020B0604030504040204" pitchFamily="34" charset="0"/>
              </a:rPr>
              <a:t>Its</a:t>
            </a:r>
            <a:r>
              <a:rPr lang="en-US" sz="2000" b="0" i="0" dirty="0">
                <a:solidFill>
                  <a:srgbClr val="000000"/>
                </a:solidFill>
                <a:effectLst/>
                <a:latin typeface="Verdana" panose="020B0604030504040204" pitchFamily="34" charset="0"/>
              </a:rPr>
              <a:t> elements label pieces of content such as "this is a heading", "this is a paragraph", "this is a link", etc.</a:t>
            </a:r>
          </a:p>
          <a:p>
            <a:pPr marL="0" indent="0">
              <a:buNone/>
            </a:pPr>
            <a:endParaRPr lang="en-IN" dirty="0"/>
          </a:p>
        </p:txBody>
      </p:sp>
    </p:spTree>
    <p:extLst>
      <p:ext uri="{BB962C8B-B14F-4D97-AF65-F5344CB8AC3E}">
        <p14:creationId xmlns:p14="http://schemas.microsoft.com/office/powerpoint/2010/main" val="1580192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78222-DE5D-4BCB-AD97-B388A4D46EB6}"/>
              </a:ext>
            </a:extLst>
          </p:cNvPr>
          <p:cNvSpPr>
            <a:spLocks noGrp="1"/>
          </p:cNvSpPr>
          <p:nvPr>
            <p:ph type="title"/>
          </p:nvPr>
        </p:nvSpPr>
        <p:spPr/>
        <p:txBody>
          <a:bodyPr>
            <a:normAutofit/>
          </a:bodyPr>
          <a:lstStyle/>
          <a:p>
            <a:r>
              <a:rPr lang="en-US" sz="4800" dirty="0">
                <a:latin typeface="Arial Rounded MT Bold" panose="020F0704030504030204" pitchFamily="34" charset="0"/>
              </a:rPr>
              <a:t>  </a:t>
            </a:r>
            <a:r>
              <a:rPr lang="en-US" sz="4800" b="1" u="sng" dirty="0"/>
              <a:t>JAVASCRIPT</a:t>
            </a:r>
            <a:endParaRPr lang="en-IN" sz="4800" b="1" u="sng" dirty="0"/>
          </a:p>
        </p:txBody>
      </p:sp>
      <p:sp>
        <p:nvSpPr>
          <p:cNvPr id="3" name="Content Placeholder 2">
            <a:extLst>
              <a:ext uri="{FF2B5EF4-FFF2-40B4-BE49-F238E27FC236}">
                <a16:creationId xmlns:a16="http://schemas.microsoft.com/office/drawing/2014/main" id="{04327B68-9CA2-4109-8F3D-00FBFAEB9DC8}"/>
              </a:ext>
            </a:extLst>
          </p:cNvPr>
          <p:cNvSpPr>
            <a:spLocks noGrp="1"/>
          </p:cNvSpPr>
          <p:nvPr>
            <p:ph idx="1"/>
          </p:nvPr>
        </p:nvSpPr>
        <p:spPr>
          <a:xfrm>
            <a:off x="677334" y="1832115"/>
            <a:ext cx="8596668" cy="3880773"/>
          </a:xfrm>
        </p:spPr>
        <p:txBody>
          <a:bodyPr>
            <a:normAutofit/>
          </a:bodyPr>
          <a:lstStyle/>
          <a:p>
            <a:pPr>
              <a:buFont typeface="Wingdings" panose="05000000000000000000" pitchFamily="2" charset="2"/>
              <a:buChar char="Ø"/>
            </a:pPr>
            <a:r>
              <a:rPr lang="en-US" sz="2000" dirty="0"/>
              <a:t>JavaScript, often abbreviated as JS, is a programming language that is one of the core technologies of the Web Development, alongside HTML and CSS.</a:t>
            </a:r>
          </a:p>
          <a:p>
            <a:pPr>
              <a:buFont typeface="Wingdings" panose="05000000000000000000" pitchFamily="2" charset="2"/>
              <a:buChar char="Ø"/>
            </a:pPr>
            <a:r>
              <a:rPr lang="en-US" sz="2000" dirty="0"/>
              <a:t>JavaScript is a text-based programming language used both on the client-side and server-side that allows you to make web pages interactive.</a:t>
            </a:r>
          </a:p>
          <a:p>
            <a:pPr>
              <a:buFont typeface="Wingdings" panose="05000000000000000000" pitchFamily="2" charset="2"/>
              <a:buChar char="Ø"/>
            </a:pPr>
            <a:r>
              <a:rPr lang="en-US" sz="2000" dirty="0"/>
              <a:t> JavaScript is a flexible and powerful programming language that is implemented consistently by various web browsers. </a:t>
            </a:r>
          </a:p>
          <a:p>
            <a:pPr>
              <a:buFont typeface="Wingdings" panose="05000000000000000000" pitchFamily="2" charset="2"/>
              <a:buChar char="Ø"/>
            </a:pPr>
            <a:r>
              <a:rPr lang="en-US" sz="2000" dirty="0"/>
              <a:t>Along with HTML and CSS, it's a core component of web technology. While HTML is responsible for structure and CSS is responsible for style, JavaScript provides interactivity to web pages in the browser.</a:t>
            </a:r>
            <a:endParaRPr lang="en-IN" sz="2000" dirty="0"/>
          </a:p>
        </p:txBody>
      </p:sp>
    </p:spTree>
    <p:extLst>
      <p:ext uri="{BB962C8B-B14F-4D97-AF65-F5344CB8AC3E}">
        <p14:creationId xmlns:p14="http://schemas.microsoft.com/office/powerpoint/2010/main" val="1646491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18302-F49C-4387-91EB-ACE2B95D0F0D}"/>
              </a:ext>
            </a:extLst>
          </p:cNvPr>
          <p:cNvSpPr>
            <a:spLocks noGrp="1"/>
          </p:cNvSpPr>
          <p:nvPr>
            <p:ph type="title"/>
          </p:nvPr>
        </p:nvSpPr>
        <p:spPr/>
        <p:txBody>
          <a:bodyPr>
            <a:normAutofit/>
          </a:bodyPr>
          <a:lstStyle/>
          <a:p>
            <a:r>
              <a:rPr lang="en-US" sz="4400" dirty="0"/>
              <a:t>    </a:t>
            </a:r>
            <a:r>
              <a:rPr lang="en-US" sz="4400" b="1" u="sng" dirty="0"/>
              <a:t>CSS</a:t>
            </a:r>
            <a:endParaRPr lang="en-IN" sz="4400" b="1" u="sng" dirty="0"/>
          </a:p>
        </p:txBody>
      </p:sp>
      <p:sp>
        <p:nvSpPr>
          <p:cNvPr id="3" name="Content Placeholder 2">
            <a:extLst>
              <a:ext uri="{FF2B5EF4-FFF2-40B4-BE49-F238E27FC236}">
                <a16:creationId xmlns:a16="http://schemas.microsoft.com/office/drawing/2014/main" id="{EBC57021-C44E-449E-99E6-4C96513650CB}"/>
              </a:ext>
            </a:extLst>
          </p:cNvPr>
          <p:cNvSpPr>
            <a:spLocks noGrp="1"/>
          </p:cNvSpPr>
          <p:nvPr>
            <p:ph idx="1"/>
          </p:nvPr>
        </p:nvSpPr>
        <p:spPr/>
        <p:txBody>
          <a:bodyPr/>
          <a:lstStyle/>
          <a:p>
            <a:pPr>
              <a:buFont typeface="Wingdings" panose="05000000000000000000" pitchFamily="2" charset="2"/>
              <a:buChar char="Ø"/>
            </a:pPr>
            <a:r>
              <a:rPr lang="en-US" dirty="0"/>
              <a:t>Cascading Style Sheets is a style sheet language used for describing the presentation of a document written in a markup language such as HTML. </a:t>
            </a:r>
          </a:p>
          <a:p>
            <a:pPr>
              <a:buFont typeface="Wingdings" panose="05000000000000000000" pitchFamily="2" charset="2"/>
              <a:buChar char="Ø"/>
            </a:pPr>
            <a:r>
              <a:rPr lang="en-US" dirty="0"/>
              <a:t>CSS is a cornerstone technology of the World Wide web, alongside HTML and JavaScript. </a:t>
            </a:r>
          </a:p>
          <a:p>
            <a:pPr>
              <a:buFont typeface="Wingdings" panose="05000000000000000000" pitchFamily="2" charset="2"/>
              <a:buChar char="Ø"/>
            </a:pPr>
            <a:r>
              <a:rPr lang="en-US" dirty="0"/>
              <a:t>CSS is the language for describing the presentation of Web pages, including colors, layout, and fonts.</a:t>
            </a:r>
          </a:p>
          <a:p>
            <a:pPr>
              <a:buFont typeface="Wingdings" panose="05000000000000000000" pitchFamily="2" charset="2"/>
              <a:buChar char="Ø"/>
            </a:pPr>
            <a:r>
              <a:rPr lang="en-US" dirty="0"/>
              <a:t> CSS allows one to adapt the presentation to different types of devices, such as large screens, small screens, or printers. CSS is independent of HTML and can be used with any XML-based markup language.</a:t>
            </a:r>
          </a:p>
          <a:p>
            <a:pPr>
              <a:buFont typeface="Wingdings" panose="05000000000000000000" pitchFamily="2" charset="2"/>
              <a:buChar char="Ø"/>
            </a:pPr>
            <a:r>
              <a:rPr lang="en-US" dirty="0"/>
              <a:t>There are three types of CSS which are Inline CSS, Internal or Embedded CSS and External CSS.</a:t>
            </a:r>
            <a:endParaRPr lang="en-IN" dirty="0"/>
          </a:p>
        </p:txBody>
      </p:sp>
    </p:spTree>
    <p:extLst>
      <p:ext uri="{BB962C8B-B14F-4D97-AF65-F5344CB8AC3E}">
        <p14:creationId xmlns:p14="http://schemas.microsoft.com/office/powerpoint/2010/main" val="3536058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8DD10-FF19-470E-B4ED-0246631BDDE3}"/>
              </a:ext>
            </a:extLst>
          </p:cNvPr>
          <p:cNvSpPr>
            <a:spLocks noGrp="1"/>
          </p:cNvSpPr>
          <p:nvPr>
            <p:ph type="title"/>
          </p:nvPr>
        </p:nvSpPr>
        <p:spPr>
          <a:xfrm>
            <a:off x="1785094" y="167951"/>
            <a:ext cx="7988968" cy="1380488"/>
          </a:xfrm>
        </p:spPr>
        <p:txBody>
          <a:bodyPr>
            <a:noAutofit/>
          </a:bodyPr>
          <a:lstStyle/>
          <a:p>
            <a:pPr algn="ctr"/>
            <a:br>
              <a:rPr lang="en-IN" sz="4400" dirty="0"/>
            </a:br>
            <a:br>
              <a:rPr lang="en-IN" sz="4400" dirty="0"/>
            </a:br>
            <a:br>
              <a:rPr lang="en-IN" sz="4400" dirty="0"/>
            </a:br>
            <a:br>
              <a:rPr lang="en-IN" sz="4400" dirty="0"/>
            </a:br>
            <a:br>
              <a:rPr lang="en-IN" sz="4400" dirty="0"/>
            </a:br>
            <a:br>
              <a:rPr lang="en-IN" sz="4400" dirty="0"/>
            </a:br>
            <a:r>
              <a:rPr lang="en-IN" sz="4400" b="1" u="sng" dirty="0"/>
              <a:t>TECHNOLOGY OVERVIEW PLATFORM</a:t>
            </a:r>
          </a:p>
        </p:txBody>
      </p:sp>
      <p:sp>
        <p:nvSpPr>
          <p:cNvPr id="7" name="Text Placeholder 6">
            <a:extLst>
              <a:ext uri="{FF2B5EF4-FFF2-40B4-BE49-F238E27FC236}">
                <a16:creationId xmlns:a16="http://schemas.microsoft.com/office/drawing/2014/main" id="{1ABC267D-5AF3-4A36-807B-2FC6877FFCFB}"/>
              </a:ext>
            </a:extLst>
          </p:cNvPr>
          <p:cNvSpPr>
            <a:spLocks noGrp="1"/>
          </p:cNvSpPr>
          <p:nvPr>
            <p:ph type="body" sz="half" idx="2"/>
          </p:nvPr>
        </p:nvSpPr>
        <p:spPr>
          <a:xfrm>
            <a:off x="1274571" y="1676401"/>
            <a:ext cx="8832559" cy="4771052"/>
          </a:xfrm>
        </p:spPr>
        <p:txBody>
          <a:bodyPr>
            <a:normAutofit fontScale="92500"/>
          </a:bodyPr>
          <a:lstStyle/>
          <a:p>
            <a:pPr marL="342900" indent="-342900">
              <a:buFont typeface="Wingdings" panose="05000000000000000000" pitchFamily="2" charset="2"/>
              <a:buChar char="Ø"/>
            </a:pPr>
            <a:r>
              <a:rPr lang="en-US" sz="2400" dirty="0">
                <a:solidFill>
                  <a:srgbClr val="111111"/>
                </a:solidFill>
                <a:latin typeface="Arial" panose="020B0604020202020204" pitchFamily="34" charset="0"/>
              </a:rPr>
              <a:t>Visual Studio </a:t>
            </a:r>
            <a:r>
              <a:rPr lang="en-US" sz="2400" b="0" i="0" dirty="0">
                <a:solidFill>
                  <a:srgbClr val="111111"/>
                </a:solidFill>
                <a:effectLst/>
                <a:latin typeface="Arial" panose="020B0604020202020204" pitchFamily="34" charset="0"/>
              </a:rPr>
              <a:t>is a free source code editor.</a:t>
            </a:r>
          </a:p>
          <a:p>
            <a:pPr marL="342900" indent="-342900">
              <a:buFont typeface="Wingdings" panose="05000000000000000000" pitchFamily="2" charset="2"/>
              <a:buChar char="Ø"/>
            </a:pPr>
            <a:r>
              <a:rPr lang="en-US" sz="2400" b="0" i="0" dirty="0">
                <a:solidFill>
                  <a:srgbClr val="111111"/>
                </a:solidFill>
                <a:effectLst/>
                <a:latin typeface="Arial" panose="020B0604020202020204" pitchFamily="34" charset="0"/>
              </a:rPr>
              <a:t>Visual Studio is very easy because of following features :- </a:t>
            </a:r>
          </a:p>
          <a:p>
            <a:pPr marL="800100" lvl="1" indent="-342900">
              <a:buFont typeface="Wingdings" panose="05000000000000000000" pitchFamily="2" charset="2"/>
              <a:buChar char="§"/>
            </a:pPr>
            <a:r>
              <a:rPr lang="en-IN" sz="2400" dirty="0">
                <a:latin typeface="Arial" panose="020B0604020202020204" pitchFamily="34" charset="0"/>
              </a:rPr>
              <a:t>Save</a:t>
            </a:r>
          </a:p>
          <a:p>
            <a:pPr marL="800100" lvl="1" indent="-342900">
              <a:buFont typeface="Wingdings" panose="05000000000000000000" pitchFamily="2" charset="2"/>
              <a:buChar char="§"/>
            </a:pPr>
            <a:r>
              <a:rPr lang="en-US" sz="2400" b="0" i="0" dirty="0">
                <a:solidFill>
                  <a:srgbClr val="202122"/>
                </a:solidFill>
                <a:effectLst/>
                <a:latin typeface="Arial" panose="020B0604020202020204" pitchFamily="34" charset="0"/>
              </a:rPr>
              <a:t> Finding and replacing strings of text with </a:t>
            </a:r>
            <a:r>
              <a:rPr lang="en-US" sz="2400" dirty="0">
                <a:latin typeface="Arial" panose="020B0604020202020204" pitchFamily="34" charset="0"/>
              </a:rPr>
              <a:t>regular expressions.</a:t>
            </a:r>
            <a:endParaRPr lang="en-US" sz="2400" dirty="0">
              <a:solidFill>
                <a:srgbClr val="202122"/>
              </a:solidFill>
              <a:latin typeface="Arial" panose="020B0604020202020204" pitchFamily="34" charset="0"/>
            </a:endParaRPr>
          </a:p>
          <a:p>
            <a:pPr marL="800100" lvl="1" indent="-342900">
              <a:buFont typeface="Wingdings" panose="05000000000000000000" pitchFamily="2" charset="2"/>
              <a:buChar char="§"/>
            </a:pPr>
            <a:r>
              <a:rPr lang="en-US" sz="2400" b="0" i="0" dirty="0">
                <a:solidFill>
                  <a:srgbClr val="202122"/>
                </a:solidFill>
                <a:effectLst/>
                <a:latin typeface="Arial" panose="020B0604020202020204" pitchFamily="34" charset="0"/>
              </a:rPr>
              <a:t> Searching text strings within opened tabs.</a:t>
            </a:r>
          </a:p>
          <a:p>
            <a:pPr marL="800100" lvl="1" indent="-342900">
              <a:buFont typeface="Wingdings" panose="05000000000000000000" pitchFamily="2" charset="2"/>
              <a:buChar char="§"/>
            </a:pPr>
            <a:r>
              <a:rPr lang="en-US" sz="2400" b="0" i="0" dirty="0">
                <a:solidFill>
                  <a:srgbClr val="202122"/>
                </a:solidFill>
                <a:effectLst/>
                <a:latin typeface="Arial" panose="020B0604020202020204" pitchFamily="34" charset="0"/>
              </a:rPr>
              <a:t> Searching text strings in a directory.</a:t>
            </a:r>
          </a:p>
          <a:p>
            <a:pPr marL="800100" lvl="1" indent="-342900">
              <a:buFont typeface="Wingdings" panose="05000000000000000000" pitchFamily="2" charset="2"/>
              <a:buChar char="§"/>
            </a:pPr>
            <a:r>
              <a:rPr lang="en-IN" sz="2400" b="0" i="0" dirty="0">
                <a:solidFill>
                  <a:srgbClr val="202122"/>
                </a:solidFill>
                <a:effectLst/>
                <a:latin typeface="Arial" panose="020B0604020202020204" pitchFamily="34" charset="0"/>
              </a:rPr>
              <a:t> Guided indentation.</a:t>
            </a:r>
          </a:p>
          <a:p>
            <a:pPr marL="800100" lvl="1" indent="-342900">
              <a:buFont typeface="Wingdings" panose="05000000000000000000" pitchFamily="2" charset="2"/>
              <a:buChar char="§"/>
            </a:pPr>
            <a:r>
              <a:rPr lang="en-IN" sz="2400" b="0" i="0" dirty="0">
                <a:solidFill>
                  <a:srgbClr val="202122"/>
                </a:solidFill>
                <a:effectLst/>
                <a:latin typeface="Arial" panose="020B0604020202020204" pitchFamily="34" charset="0"/>
              </a:rPr>
              <a:t> Line bookmarking.</a:t>
            </a:r>
          </a:p>
          <a:p>
            <a:pPr marL="800100" lvl="1" indent="-342900">
              <a:buFont typeface="Wingdings" panose="05000000000000000000" pitchFamily="2" charset="2"/>
              <a:buChar char="§"/>
            </a:pPr>
            <a:r>
              <a:rPr lang="en-US" sz="2200" b="0" i="0" dirty="0">
                <a:solidFill>
                  <a:srgbClr val="202122"/>
                </a:solidFill>
                <a:effectLst/>
                <a:latin typeface="Arial" panose="020B0604020202020204" pitchFamily="34" charset="0"/>
              </a:rPr>
              <a:t> Line operations, including sorting, case conversion (Uppercase,     lowercase, camel case, sentence case), and removal of redundant</a:t>
            </a:r>
            <a:endParaRPr lang="en-US" sz="2200" b="0" i="0" dirty="0">
              <a:solidFill>
                <a:srgbClr val="111111"/>
              </a:solidFill>
              <a:effectLst/>
              <a:latin typeface="Arial" panose="020B0604020202020204" pitchFamily="34" charset="0"/>
            </a:endParaRPr>
          </a:p>
          <a:p>
            <a:endParaRPr lang="en-IN" sz="2000" dirty="0"/>
          </a:p>
          <a:p>
            <a:endParaRPr lang="en-US" sz="2400" b="0" i="0" dirty="0">
              <a:solidFill>
                <a:srgbClr val="202122"/>
              </a:solidFill>
              <a:effectLst/>
              <a:latin typeface="Arial" panose="020B0604020202020204" pitchFamily="34" charset="0"/>
            </a:endParaRPr>
          </a:p>
        </p:txBody>
      </p:sp>
    </p:spTree>
    <p:extLst>
      <p:ext uri="{BB962C8B-B14F-4D97-AF65-F5344CB8AC3E}">
        <p14:creationId xmlns:p14="http://schemas.microsoft.com/office/powerpoint/2010/main" val="695365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5EF71DB-73B9-4CDC-A8EC-3657292F8F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0713" y="1205310"/>
            <a:ext cx="8597900" cy="4836318"/>
          </a:xfrm>
        </p:spPr>
      </p:pic>
    </p:spTree>
    <p:extLst>
      <p:ext uri="{BB962C8B-B14F-4D97-AF65-F5344CB8AC3E}">
        <p14:creationId xmlns:p14="http://schemas.microsoft.com/office/powerpoint/2010/main" val="1021837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561005E-5D54-4B85-8D9F-5D699C56F6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7013" y="933061"/>
            <a:ext cx="9009460" cy="5365102"/>
          </a:xfrm>
        </p:spPr>
      </p:pic>
    </p:spTree>
    <p:extLst>
      <p:ext uri="{BB962C8B-B14F-4D97-AF65-F5344CB8AC3E}">
        <p14:creationId xmlns:p14="http://schemas.microsoft.com/office/powerpoint/2010/main" val="4010009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39299-7CA9-4B10-B281-9D5788EC5C66}"/>
              </a:ext>
            </a:extLst>
          </p:cNvPr>
          <p:cNvSpPr>
            <a:spLocks noGrp="1"/>
          </p:cNvSpPr>
          <p:nvPr>
            <p:ph type="title"/>
          </p:nvPr>
        </p:nvSpPr>
        <p:spPr>
          <a:xfrm>
            <a:off x="677334" y="609600"/>
            <a:ext cx="8596668" cy="988381"/>
          </a:xfrm>
        </p:spPr>
        <p:txBody>
          <a:bodyPr>
            <a:normAutofit/>
          </a:bodyPr>
          <a:lstStyle/>
          <a:p>
            <a:r>
              <a:rPr lang="en-US" sz="4800" b="1" u="sng" dirty="0"/>
              <a:t>FUTURE IMPROVEMENT</a:t>
            </a:r>
            <a:endParaRPr lang="en-IN" sz="4800" b="1" u="sng" dirty="0"/>
          </a:p>
        </p:txBody>
      </p:sp>
      <p:sp>
        <p:nvSpPr>
          <p:cNvPr id="3" name="Content Placeholder 2">
            <a:extLst>
              <a:ext uri="{FF2B5EF4-FFF2-40B4-BE49-F238E27FC236}">
                <a16:creationId xmlns:a16="http://schemas.microsoft.com/office/drawing/2014/main" id="{21F6AE97-4148-43AD-9551-CE38ADFF3FA0}"/>
              </a:ext>
            </a:extLst>
          </p:cNvPr>
          <p:cNvSpPr>
            <a:spLocks noGrp="1"/>
          </p:cNvSpPr>
          <p:nvPr>
            <p:ph idx="1"/>
          </p:nvPr>
        </p:nvSpPr>
        <p:spPr>
          <a:xfrm>
            <a:off x="677334" y="2841724"/>
            <a:ext cx="9123614" cy="3880773"/>
          </a:xfrm>
        </p:spPr>
        <p:txBody>
          <a:bodyPr/>
          <a:lstStyle/>
          <a:p>
            <a:pPr>
              <a:buFont typeface="Wingdings" panose="05000000000000000000" pitchFamily="2" charset="2"/>
              <a:buChar char="Ø"/>
            </a:pPr>
            <a:r>
              <a:rPr lang="en-US" sz="2800" dirty="0"/>
              <a:t>In future we will have  bill System.</a:t>
            </a:r>
          </a:p>
          <a:p>
            <a:pPr>
              <a:buFont typeface="Wingdings" panose="05000000000000000000" pitchFamily="2" charset="2"/>
              <a:buChar char="Ø"/>
            </a:pPr>
            <a:r>
              <a:rPr lang="en-US" sz="2800" dirty="0"/>
              <a:t>In future the system will have ordering menu items.</a:t>
            </a:r>
          </a:p>
          <a:p>
            <a:pPr>
              <a:buFont typeface="Wingdings" panose="05000000000000000000" pitchFamily="2" charset="2"/>
              <a:buChar char="Ø"/>
            </a:pPr>
            <a:r>
              <a:rPr lang="en-US" sz="2800" dirty="0"/>
              <a:t>We will make it more user friendly .</a:t>
            </a:r>
          </a:p>
        </p:txBody>
      </p:sp>
    </p:spTree>
    <p:extLst>
      <p:ext uri="{BB962C8B-B14F-4D97-AF65-F5344CB8AC3E}">
        <p14:creationId xmlns:p14="http://schemas.microsoft.com/office/powerpoint/2010/main" val="1236302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191B5-51C1-4B38-A5F3-0DF4708E381B}"/>
              </a:ext>
            </a:extLst>
          </p:cNvPr>
          <p:cNvSpPr>
            <a:spLocks noGrp="1"/>
          </p:cNvSpPr>
          <p:nvPr>
            <p:ph type="title"/>
          </p:nvPr>
        </p:nvSpPr>
        <p:spPr/>
        <p:txBody>
          <a:bodyPr>
            <a:normAutofit/>
          </a:bodyPr>
          <a:lstStyle/>
          <a:p>
            <a:r>
              <a:rPr lang="en-US" sz="4800" dirty="0"/>
              <a:t>  </a:t>
            </a:r>
            <a:r>
              <a:rPr lang="en-US" sz="4800" b="1" u="sng" dirty="0"/>
              <a:t>DRAWBACKS</a:t>
            </a:r>
            <a:endParaRPr lang="en-IN" sz="4800" b="1" u="sng" dirty="0"/>
          </a:p>
        </p:txBody>
      </p:sp>
      <p:sp>
        <p:nvSpPr>
          <p:cNvPr id="3" name="Content Placeholder 2">
            <a:extLst>
              <a:ext uri="{FF2B5EF4-FFF2-40B4-BE49-F238E27FC236}">
                <a16:creationId xmlns:a16="http://schemas.microsoft.com/office/drawing/2014/main" id="{D2269EB9-185D-458F-88A5-7D25A0408391}"/>
              </a:ext>
            </a:extLst>
          </p:cNvPr>
          <p:cNvSpPr>
            <a:spLocks noGrp="1"/>
          </p:cNvSpPr>
          <p:nvPr>
            <p:ph idx="1"/>
          </p:nvPr>
        </p:nvSpPr>
        <p:spPr/>
        <p:txBody>
          <a:bodyPr/>
          <a:lstStyle/>
          <a:p>
            <a:pPr>
              <a:buFont typeface="Wingdings" panose="05000000000000000000" pitchFamily="2" charset="2"/>
              <a:buChar char="Ø"/>
            </a:pPr>
            <a:r>
              <a:rPr lang="en-US" sz="2800" dirty="0"/>
              <a:t>Registration for users</a:t>
            </a:r>
          </a:p>
          <a:p>
            <a:pPr>
              <a:buFont typeface="Wingdings" panose="05000000000000000000" pitchFamily="2" charset="2"/>
              <a:buChar char="Ø"/>
            </a:pPr>
            <a:r>
              <a:rPr lang="en-US" sz="2800" dirty="0"/>
              <a:t>Users cannot get their detailed history of their orders.</a:t>
            </a:r>
          </a:p>
          <a:p>
            <a:pPr marL="0" indent="0">
              <a:buNone/>
            </a:pPr>
            <a:r>
              <a:rPr lang="en-IN" dirty="0"/>
              <a:t>````````````````````````````````````````````````````````````</a:t>
            </a:r>
          </a:p>
        </p:txBody>
      </p:sp>
    </p:spTree>
    <p:extLst>
      <p:ext uri="{BB962C8B-B14F-4D97-AF65-F5344CB8AC3E}">
        <p14:creationId xmlns:p14="http://schemas.microsoft.com/office/powerpoint/2010/main" val="4088854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8C2B6-8550-4CF2-9720-46AF28FFEEBC}"/>
              </a:ext>
            </a:extLst>
          </p:cNvPr>
          <p:cNvSpPr>
            <a:spLocks noGrp="1"/>
          </p:cNvSpPr>
          <p:nvPr>
            <p:ph type="title"/>
          </p:nvPr>
        </p:nvSpPr>
        <p:spPr/>
        <p:txBody>
          <a:bodyPr>
            <a:normAutofit/>
          </a:bodyPr>
          <a:lstStyle/>
          <a:p>
            <a:r>
              <a:rPr lang="en-US" sz="4800" b="1" dirty="0"/>
              <a:t>   </a:t>
            </a:r>
            <a:r>
              <a:rPr lang="en-US" sz="4800" b="1" u="sng" dirty="0"/>
              <a:t>CONCLUSION</a:t>
            </a:r>
            <a:endParaRPr lang="en-IN" sz="4800" b="1" u="sng" dirty="0"/>
          </a:p>
        </p:txBody>
      </p:sp>
      <p:sp>
        <p:nvSpPr>
          <p:cNvPr id="3" name="Content Placeholder 2">
            <a:extLst>
              <a:ext uri="{FF2B5EF4-FFF2-40B4-BE49-F238E27FC236}">
                <a16:creationId xmlns:a16="http://schemas.microsoft.com/office/drawing/2014/main" id="{A565CCBD-779F-450F-BD99-3722B5A407E7}"/>
              </a:ext>
            </a:extLst>
          </p:cNvPr>
          <p:cNvSpPr>
            <a:spLocks noGrp="1"/>
          </p:cNvSpPr>
          <p:nvPr>
            <p:ph idx="1"/>
          </p:nvPr>
        </p:nvSpPr>
        <p:spPr/>
        <p:txBody>
          <a:bodyPr/>
          <a:lstStyle/>
          <a:p>
            <a:pPr marL="0" indent="0">
              <a:buNone/>
            </a:pPr>
            <a:r>
              <a:rPr lang="en-US" sz="2400" dirty="0"/>
              <a:t>From this project we have concluded that following canteen website provides menu and contact info. In this online canteen website , the key concept is to provide info about </a:t>
            </a:r>
            <a:r>
              <a:rPr lang="en-US" sz="2400" dirty="0" err="1"/>
              <a:t>canteen.It</a:t>
            </a:r>
            <a:r>
              <a:rPr lang="en-US" sz="2400" dirty="0"/>
              <a:t> can be observed that the information required can be obtain  with ease and accuracy on the computerized system. The user with minimum knowledge about computer can be able to operate the canteen website easily. This system also produces a brief result required by the management .</a:t>
            </a:r>
          </a:p>
          <a:p>
            <a:pPr marL="0" indent="0">
              <a:buNone/>
            </a:pPr>
            <a:endParaRPr lang="en-IN" dirty="0"/>
          </a:p>
        </p:txBody>
      </p:sp>
    </p:spTree>
    <p:extLst>
      <p:ext uri="{BB962C8B-B14F-4D97-AF65-F5344CB8AC3E}">
        <p14:creationId xmlns:p14="http://schemas.microsoft.com/office/powerpoint/2010/main" val="3284661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6FF26A-5E2C-4302-BB8D-045DF180B569}"/>
              </a:ext>
            </a:extLst>
          </p:cNvPr>
          <p:cNvSpPr>
            <a:spLocks noGrp="1"/>
          </p:cNvSpPr>
          <p:nvPr>
            <p:ph idx="1"/>
          </p:nvPr>
        </p:nvSpPr>
        <p:spPr/>
        <p:txBody>
          <a:bodyPr>
            <a:normAutofit/>
          </a:bodyPr>
          <a:lstStyle/>
          <a:p>
            <a:pPr marL="0" indent="0">
              <a:buNone/>
            </a:pPr>
            <a:r>
              <a:rPr lang="en-US" sz="9600" b="1" u="sng" dirty="0">
                <a:solidFill>
                  <a:schemeClr val="tx2"/>
                </a:solidFill>
                <a:latin typeface="Arial Black" panose="020B0A04020102020204" pitchFamily="34" charset="0"/>
              </a:rPr>
              <a:t>THANK YOU</a:t>
            </a:r>
            <a:endParaRPr lang="en-IN" sz="9600" b="1" u="sng" dirty="0">
              <a:solidFill>
                <a:schemeClr val="tx2"/>
              </a:solidFill>
              <a:latin typeface="Arial Black" panose="020B0A04020102020204" pitchFamily="34" charset="0"/>
            </a:endParaRPr>
          </a:p>
        </p:txBody>
      </p:sp>
    </p:spTree>
    <p:extLst>
      <p:ext uri="{BB962C8B-B14F-4D97-AF65-F5344CB8AC3E}">
        <p14:creationId xmlns:p14="http://schemas.microsoft.com/office/powerpoint/2010/main" val="1856873796"/>
      </p:ext>
    </p:extLst>
  </p:cSld>
  <p:clrMapOvr>
    <a:masterClrMapping/>
  </p:clrMapOvr>
</p:sld>
</file>

<file path=ppt/theme/theme1.xml><?xml version="1.0" encoding="utf-8"?>
<a:theme xmlns:a="http://schemas.openxmlformats.org/drawingml/2006/main" name="Facet">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885</TotalTime>
  <Words>553</Words>
  <Application>Microsoft Office PowerPoint</Application>
  <PresentationFormat>Widescreen</PresentationFormat>
  <Paragraphs>43</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Arial Black</vt:lpstr>
      <vt:lpstr>Arial Rounded MT Bold</vt:lpstr>
      <vt:lpstr>Trebuchet MS</vt:lpstr>
      <vt:lpstr>Verdana</vt:lpstr>
      <vt:lpstr>Wingdings</vt:lpstr>
      <vt:lpstr>Wingdings 3</vt:lpstr>
      <vt:lpstr>Facet</vt:lpstr>
      <vt:lpstr>MEMBERS :-           GUIDED BY :-                      Sagar Jha                            Aakash Tiwari Shishir Sharma Upadhyay Soumya Joshi</vt:lpstr>
      <vt:lpstr> WEBSITE DEVELOPMENT</vt:lpstr>
      <vt:lpstr>  HTML</vt:lpstr>
      <vt:lpstr>  JAVASCRIPT</vt:lpstr>
      <vt:lpstr>    CSS</vt:lpstr>
      <vt:lpstr>      TECHNOLOGY OVERVIEW PLATFORM</vt:lpstr>
      <vt:lpstr>PowerPoint Presentation</vt:lpstr>
      <vt:lpstr>PowerPoint Presentation</vt:lpstr>
      <vt:lpstr>FUTURE IMPROVEMENT</vt:lpstr>
      <vt:lpstr>  DRAWBACKS</vt:lpstr>
      <vt:lpstr>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dushyantbais007@gmail.com</dc:creator>
  <cp:lastModifiedBy>Shishir Sharma</cp:lastModifiedBy>
  <cp:revision>16</cp:revision>
  <dcterms:created xsi:type="dcterms:W3CDTF">2021-12-13T10:17:40Z</dcterms:created>
  <dcterms:modified xsi:type="dcterms:W3CDTF">2022-03-03T07:59:08Z</dcterms:modified>
</cp:coreProperties>
</file>